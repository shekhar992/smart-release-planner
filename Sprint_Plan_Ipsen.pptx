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Product Release Plan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IPSEN PROJECT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March - 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Project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828800" cy="201168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📅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14 Weeks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Total Timeline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1828800" cy="201168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5176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3 Releases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5176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7 Sprints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1828800" cy="201168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👥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2 Pods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Cross-functional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0" y="1188720"/>
            <a:ext cx="1828800" cy="201168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5800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160 SP/Sprint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5800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Total Capacity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Start Date: 2 March 2026  |  Sprint Duration: 2 Weeks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Team Capacity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657600" cy="164592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Pod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4 AI Backend + 2 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96 SP Backend  |  32 SP Frontend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657600" cy="1645920"/>
          </a:xfrm>
          <a:prstGeom prst="roundRect">
            <a:avLst/>
          </a:prstGeom>
          <a:solidFill>
            <a:srgbClr val="0F1739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Pod 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2 AI Backend + 2 Frontend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32 SP Backend  |  32 SP Frontend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86000" y="3200400"/>
            <a:ext cx="4572000" cy="118872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3383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Total Capacity per Sprint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96 BE SP  +  64 FE SP  =  160 Total SP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Release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</a:rPr>
              <a:t>Platform Foundation &amp; Core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365760"/>
            <a:ext cx="3657600" cy="73152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 Weeks  |  3 Sprints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777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2 March – 10 April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82296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08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Sprint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8105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2-13 Mar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1645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Infrastructure &amp; Core Setup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8229600" cy="82296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14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Sprint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28163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16-27 Mar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651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Knowledge Backbone &amp; Governance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82296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20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Sprint 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8221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30 Mar-10 Apr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3657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AI Drafting &amp; Agentic Workflow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🎯 Goal: Internal Beta with AI Drafting Capability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Release 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</a:rPr>
              <a:t>Enterprise Hardening &amp; Intelligence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365760"/>
            <a:ext cx="3657600" cy="73152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 Weeks  |  2 Sprints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777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13 April – 8 May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08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Sprint 4: Enterprise Hardening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• Localization Framework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• Multi-region support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• Performance optimization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• Audit Logging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137160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63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Sprint 5: Governance &amp; Workflow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• Version Control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• Feedback Loop System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• Review Workflow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• Workflow Orchestration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🎯 Goal: Enterprise-Ready System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Release 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</a:rPr>
              <a:t>Optimization &amp; Analytics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365760"/>
            <a:ext cx="3657600" cy="73152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 Weeks  |  2 Sprints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777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11 May – 5 June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118872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08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Sprint 6: AI Optimization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• Advanced AI Orchestration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• Content Scoring Framework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• Quality Metrics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118872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80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Sprint 7: Analytics &amp; Intelligence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• Analytics Dashboard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• Usage Metrics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• Auto-approval Layers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• Admin Insights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🎯 Goal: Production Excellence &amp; Automation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Project Timeline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645920"/>
            <a:ext cx="2743200" cy="54864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91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Release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6 weeks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2 Mar – 10 Apr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0" y="2560320"/>
            <a:ext cx="1828800" cy="54864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606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Release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834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4 weeks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697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13 Apr – 8 May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0" y="3474720"/>
            <a:ext cx="1828800" cy="548640"/>
          </a:xfrm>
          <a:prstGeom prst="roundRect">
            <a:avLst/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520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Release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749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4 weeks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3611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11 May – 5 Jun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</a:rPr>
              <a:t>14 Weeks Total  •  March – June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2026-02-12T16:16:18Z</dcterms:created>
  <dcterms:modified xsi:type="dcterms:W3CDTF">2026-02-12T16:16:18Z</dcterms:modified>
</cp:coreProperties>
</file>